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04025" cy="4083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87" d="100"/>
          <a:sy n="187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0503" y="668222"/>
            <a:ext cx="5103019" cy="1421506"/>
          </a:xfrm>
        </p:spPr>
        <p:txBody>
          <a:bodyPr anchor="b"/>
          <a:lstStyle>
            <a:lvl1pPr algn="ctr">
              <a:defRPr sz="33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0503" y="2144547"/>
            <a:ext cx="5103019" cy="985792"/>
          </a:xfrm>
        </p:spPr>
        <p:txBody>
          <a:bodyPr/>
          <a:lstStyle>
            <a:lvl1pPr marL="0" indent="0" algn="ctr">
              <a:buNone/>
              <a:defRPr sz="1339"/>
            </a:lvl1pPr>
            <a:lvl2pPr marL="255163" indent="0" algn="ctr">
              <a:buNone/>
              <a:defRPr sz="1116"/>
            </a:lvl2pPr>
            <a:lvl3pPr marL="510327" indent="0" algn="ctr">
              <a:buNone/>
              <a:defRPr sz="1005"/>
            </a:lvl3pPr>
            <a:lvl4pPr marL="765490" indent="0" algn="ctr">
              <a:buNone/>
              <a:defRPr sz="893"/>
            </a:lvl4pPr>
            <a:lvl5pPr marL="1020653" indent="0" algn="ctr">
              <a:buNone/>
              <a:defRPr sz="893"/>
            </a:lvl5pPr>
            <a:lvl6pPr marL="1275817" indent="0" algn="ctr">
              <a:buNone/>
              <a:defRPr sz="893"/>
            </a:lvl6pPr>
            <a:lvl7pPr marL="1530980" indent="0" algn="ctr">
              <a:buNone/>
              <a:defRPr sz="893"/>
            </a:lvl7pPr>
            <a:lvl8pPr marL="1786143" indent="0" algn="ctr">
              <a:buNone/>
              <a:defRPr sz="893"/>
            </a:lvl8pPr>
            <a:lvl9pPr marL="2041307" indent="0" algn="ctr">
              <a:buNone/>
              <a:defRPr sz="8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25092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3145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233" y="1017928"/>
            <a:ext cx="5868472" cy="1698435"/>
          </a:xfrm>
        </p:spPr>
        <p:txBody>
          <a:bodyPr anchor="b"/>
          <a:lstStyle>
            <a:lvl1pPr>
              <a:defRPr sz="33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233" y="2732431"/>
            <a:ext cx="5868472" cy="893167"/>
          </a:xfrm>
        </p:spPr>
        <p:txBody>
          <a:bodyPr/>
          <a:lstStyle>
            <a:lvl1pPr marL="0" indent="0">
              <a:buNone/>
              <a:defRPr sz="1339">
                <a:solidFill>
                  <a:schemeClr val="tx1">
                    <a:tint val="82000"/>
                  </a:schemeClr>
                </a:solidFill>
              </a:defRPr>
            </a:lvl1pPr>
            <a:lvl2pPr marL="255163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2pPr>
            <a:lvl3pPr marL="510327" indent="0">
              <a:buNone/>
              <a:defRPr sz="1005">
                <a:solidFill>
                  <a:schemeClr val="tx1">
                    <a:tint val="82000"/>
                  </a:schemeClr>
                </a:solidFill>
              </a:defRPr>
            </a:lvl3pPr>
            <a:lvl4pPr marL="765490" indent="0">
              <a:buNone/>
              <a:defRPr sz="893">
                <a:solidFill>
                  <a:schemeClr val="tx1">
                    <a:tint val="82000"/>
                  </a:schemeClr>
                </a:solidFill>
              </a:defRPr>
            </a:lvl4pPr>
            <a:lvl5pPr marL="1020653" indent="0">
              <a:buNone/>
              <a:defRPr sz="893">
                <a:solidFill>
                  <a:schemeClr val="tx1">
                    <a:tint val="82000"/>
                  </a:schemeClr>
                </a:solidFill>
              </a:defRPr>
            </a:lvl5pPr>
            <a:lvl6pPr marL="1275817" indent="0">
              <a:buNone/>
              <a:defRPr sz="893">
                <a:solidFill>
                  <a:schemeClr val="tx1">
                    <a:tint val="82000"/>
                  </a:schemeClr>
                </a:solidFill>
              </a:defRPr>
            </a:lvl6pPr>
            <a:lvl7pPr marL="1530980" indent="0">
              <a:buNone/>
              <a:defRPr sz="893">
                <a:solidFill>
                  <a:schemeClr val="tx1">
                    <a:tint val="82000"/>
                  </a:schemeClr>
                </a:solidFill>
              </a:defRPr>
            </a:lvl7pPr>
            <a:lvl8pPr marL="1786143" indent="0">
              <a:buNone/>
              <a:defRPr sz="893">
                <a:solidFill>
                  <a:schemeClr val="tx1">
                    <a:tint val="82000"/>
                  </a:schemeClr>
                </a:solidFill>
              </a:defRPr>
            </a:lvl8pPr>
            <a:lvl9pPr marL="2041307" indent="0">
              <a:buNone/>
              <a:defRPr sz="89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6079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7777" y="1086923"/>
            <a:ext cx="2891711" cy="25906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44537" y="1086923"/>
            <a:ext cx="2891711" cy="25906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9921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63" y="217385"/>
            <a:ext cx="5868472" cy="7892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663" y="1000915"/>
            <a:ext cx="2878421" cy="490533"/>
          </a:xfrm>
        </p:spPr>
        <p:txBody>
          <a:bodyPr anchor="b"/>
          <a:lstStyle>
            <a:lvl1pPr marL="0" indent="0">
              <a:buNone/>
              <a:defRPr sz="1339" b="1"/>
            </a:lvl1pPr>
            <a:lvl2pPr marL="255163" indent="0">
              <a:buNone/>
              <a:defRPr sz="1116" b="1"/>
            </a:lvl2pPr>
            <a:lvl3pPr marL="510327" indent="0">
              <a:buNone/>
              <a:defRPr sz="1005" b="1"/>
            </a:lvl3pPr>
            <a:lvl4pPr marL="765490" indent="0">
              <a:buNone/>
              <a:defRPr sz="893" b="1"/>
            </a:lvl4pPr>
            <a:lvl5pPr marL="1020653" indent="0">
              <a:buNone/>
              <a:defRPr sz="893" b="1"/>
            </a:lvl5pPr>
            <a:lvl6pPr marL="1275817" indent="0">
              <a:buNone/>
              <a:defRPr sz="893" b="1"/>
            </a:lvl6pPr>
            <a:lvl7pPr marL="1530980" indent="0">
              <a:buNone/>
              <a:defRPr sz="893" b="1"/>
            </a:lvl7pPr>
            <a:lvl8pPr marL="1786143" indent="0">
              <a:buNone/>
              <a:defRPr sz="893" b="1"/>
            </a:lvl8pPr>
            <a:lvl9pPr marL="2041307" indent="0">
              <a:buNone/>
              <a:defRPr sz="8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63" y="1491447"/>
            <a:ext cx="2878421" cy="2193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4538" y="1000915"/>
            <a:ext cx="2892597" cy="490533"/>
          </a:xfrm>
        </p:spPr>
        <p:txBody>
          <a:bodyPr anchor="b"/>
          <a:lstStyle>
            <a:lvl1pPr marL="0" indent="0">
              <a:buNone/>
              <a:defRPr sz="1339" b="1"/>
            </a:lvl1pPr>
            <a:lvl2pPr marL="255163" indent="0">
              <a:buNone/>
              <a:defRPr sz="1116" b="1"/>
            </a:lvl2pPr>
            <a:lvl3pPr marL="510327" indent="0">
              <a:buNone/>
              <a:defRPr sz="1005" b="1"/>
            </a:lvl3pPr>
            <a:lvl4pPr marL="765490" indent="0">
              <a:buNone/>
              <a:defRPr sz="893" b="1"/>
            </a:lvl4pPr>
            <a:lvl5pPr marL="1020653" indent="0">
              <a:buNone/>
              <a:defRPr sz="893" b="1"/>
            </a:lvl5pPr>
            <a:lvl6pPr marL="1275817" indent="0">
              <a:buNone/>
              <a:defRPr sz="893" b="1"/>
            </a:lvl6pPr>
            <a:lvl7pPr marL="1530980" indent="0">
              <a:buNone/>
              <a:defRPr sz="893" b="1"/>
            </a:lvl7pPr>
            <a:lvl8pPr marL="1786143" indent="0">
              <a:buNone/>
              <a:defRPr sz="893" b="1"/>
            </a:lvl8pPr>
            <a:lvl9pPr marL="2041307" indent="0">
              <a:buNone/>
              <a:defRPr sz="8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44538" y="1491447"/>
            <a:ext cx="2892597" cy="2193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3207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4231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15071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63" y="272203"/>
            <a:ext cx="2194475" cy="952712"/>
          </a:xfrm>
        </p:spPr>
        <p:txBody>
          <a:bodyPr anchor="b"/>
          <a:lstStyle>
            <a:lvl1pPr>
              <a:defRPr sz="17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2597" y="587884"/>
            <a:ext cx="3444538" cy="2901612"/>
          </a:xfrm>
        </p:spPr>
        <p:txBody>
          <a:bodyPr/>
          <a:lstStyle>
            <a:lvl1pPr>
              <a:defRPr sz="1786"/>
            </a:lvl1pPr>
            <a:lvl2pPr>
              <a:defRPr sz="1563"/>
            </a:lvl2pPr>
            <a:lvl3pPr>
              <a:defRPr sz="1339"/>
            </a:lvl3pPr>
            <a:lvl4pPr>
              <a:defRPr sz="1116"/>
            </a:lvl4pPr>
            <a:lvl5pPr>
              <a:defRPr sz="1116"/>
            </a:lvl5pPr>
            <a:lvl6pPr>
              <a:defRPr sz="1116"/>
            </a:lvl6pPr>
            <a:lvl7pPr>
              <a:defRPr sz="1116"/>
            </a:lvl7pPr>
            <a:lvl8pPr>
              <a:defRPr sz="1116"/>
            </a:lvl8pPr>
            <a:lvl9pPr>
              <a:defRPr sz="11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8663" y="1224915"/>
            <a:ext cx="2194475" cy="2269307"/>
          </a:xfrm>
        </p:spPr>
        <p:txBody>
          <a:bodyPr/>
          <a:lstStyle>
            <a:lvl1pPr marL="0" indent="0">
              <a:buNone/>
              <a:defRPr sz="893"/>
            </a:lvl1pPr>
            <a:lvl2pPr marL="255163" indent="0">
              <a:buNone/>
              <a:defRPr sz="781"/>
            </a:lvl2pPr>
            <a:lvl3pPr marL="510327" indent="0">
              <a:buNone/>
              <a:defRPr sz="670"/>
            </a:lvl3pPr>
            <a:lvl4pPr marL="765490" indent="0">
              <a:buNone/>
              <a:defRPr sz="558"/>
            </a:lvl4pPr>
            <a:lvl5pPr marL="1020653" indent="0">
              <a:buNone/>
              <a:defRPr sz="558"/>
            </a:lvl5pPr>
            <a:lvl6pPr marL="1275817" indent="0">
              <a:buNone/>
              <a:defRPr sz="558"/>
            </a:lvl6pPr>
            <a:lvl7pPr marL="1530980" indent="0">
              <a:buNone/>
              <a:defRPr sz="558"/>
            </a:lvl7pPr>
            <a:lvl8pPr marL="1786143" indent="0">
              <a:buNone/>
              <a:defRPr sz="558"/>
            </a:lvl8pPr>
            <a:lvl9pPr marL="2041307" indent="0">
              <a:buNone/>
              <a:defRPr sz="5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3452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63" y="272203"/>
            <a:ext cx="2194475" cy="952712"/>
          </a:xfrm>
        </p:spPr>
        <p:txBody>
          <a:bodyPr anchor="b"/>
          <a:lstStyle>
            <a:lvl1pPr>
              <a:defRPr sz="17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92597" y="587884"/>
            <a:ext cx="3444538" cy="2901612"/>
          </a:xfrm>
        </p:spPr>
        <p:txBody>
          <a:bodyPr anchor="t"/>
          <a:lstStyle>
            <a:lvl1pPr marL="0" indent="0">
              <a:buNone/>
              <a:defRPr sz="1786"/>
            </a:lvl1pPr>
            <a:lvl2pPr marL="255163" indent="0">
              <a:buNone/>
              <a:defRPr sz="1563"/>
            </a:lvl2pPr>
            <a:lvl3pPr marL="510327" indent="0">
              <a:buNone/>
              <a:defRPr sz="1339"/>
            </a:lvl3pPr>
            <a:lvl4pPr marL="765490" indent="0">
              <a:buNone/>
              <a:defRPr sz="1116"/>
            </a:lvl4pPr>
            <a:lvl5pPr marL="1020653" indent="0">
              <a:buNone/>
              <a:defRPr sz="1116"/>
            </a:lvl5pPr>
            <a:lvl6pPr marL="1275817" indent="0">
              <a:buNone/>
              <a:defRPr sz="1116"/>
            </a:lvl6pPr>
            <a:lvl7pPr marL="1530980" indent="0">
              <a:buNone/>
              <a:defRPr sz="1116"/>
            </a:lvl7pPr>
            <a:lvl8pPr marL="1786143" indent="0">
              <a:buNone/>
              <a:defRPr sz="1116"/>
            </a:lvl8pPr>
            <a:lvl9pPr marL="2041307" indent="0">
              <a:buNone/>
              <a:defRPr sz="111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8663" y="1224915"/>
            <a:ext cx="2194475" cy="2269307"/>
          </a:xfrm>
        </p:spPr>
        <p:txBody>
          <a:bodyPr/>
          <a:lstStyle>
            <a:lvl1pPr marL="0" indent="0">
              <a:buNone/>
              <a:defRPr sz="893"/>
            </a:lvl1pPr>
            <a:lvl2pPr marL="255163" indent="0">
              <a:buNone/>
              <a:defRPr sz="781"/>
            </a:lvl2pPr>
            <a:lvl3pPr marL="510327" indent="0">
              <a:buNone/>
              <a:defRPr sz="670"/>
            </a:lvl3pPr>
            <a:lvl4pPr marL="765490" indent="0">
              <a:buNone/>
              <a:defRPr sz="558"/>
            </a:lvl4pPr>
            <a:lvl5pPr marL="1020653" indent="0">
              <a:buNone/>
              <a:defRPr sz="558"/>
            </a:lvl5pPr>
            <a:lvl6pPr marL="1275817" indent="0">
              <a:buNone/>
              <a:defRPr sz="558"/>
            </a:lvl6pPr>
            <a:lvl7pPr marL="1530980" indent="0">
              <a:buNone/>
              <a:defRPr sz="558"/>
            </a:lvl7pPr>
            <a:lvl8pPr marL="1786143" indent="0">
              <a:buNone/>
              <a:defRPr sz="558"/>
            </a:lvl8pPr>
            <a:lvl9pPr marL="2041307" indent="0">
              <a:buNone/>
              <a:defRPr sz="5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8870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7696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69130" y="217385"/>
            <a:ext cx="1467118" cy="34601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777" y="217385"/>
            <a:ext cx="4316303" cy="34601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27428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777" y="217385"/>
            <a:ext cx="5868472" cy="789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777" y="1086923"/>
            <a:ext cx="5868472" cy="2590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7777" y="3784383"/>
            <a:ext cx="1530906" cy="217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9F87C-152F-5444-85BE-1C9CF2B7B466}" type="datetimeFigureOut">
              <a:rPr lang="en-JP" smtClean="0"/>
              <a:t>2026/02/26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53834" y="3784383"/>
            <a:ext cx="2296358" cy="217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5342" y="3784383"/>
            <a:ext cx="1530906" cy="217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E3F9B-51C5-204A-926B-B91202603D8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79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10327" rtl="0" eaLnBrk="1" latinLnBrk="0" hangingPunct="1">
        <a:lnSpc>
          <a:spcPct val="90000"/>
        </a:lnSpc>
        <a:spcBef>
          <a:spcPct val="0"/>
        </a:spcBef>
        <a:buNone/>
        <a:defRPr sz="2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7582" indent="-127582" algn="l" defTabSz="510327" rtl="0" eaLnBrk="1" latinLnBrk="0" hangingPunct="1">
        <a:lnSpc>
          <a:spcPct val="90000"/>
        </a:lnSpc>
        <a:spcBef>
          <a:spcPts val="558"/>
        </a:spcBef>
        <a:buFont typeface="Arial" panose="020B0604020202020204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1pPr>
      <a:lvl2pPr marL="382745" indent="-127582" algn="l" defTabSz="51032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2pPr>
      <a:lvl3pPr marL="637908" indent="-127582" algn="l" defTabSz="51032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93072" indent="-127582" algn="l" defTabSz="51032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5" kern="1200">
          <a:solidFill>
            <a:schemeClr val="tx1"/>
          </a:solidFill>
          <a:latin typeface="+mn-lt"/>
          <a:ea typeface="+mn-ea"/>
          <a:cs typeface="+mn-cs"/>
        </a:defRPr>
      </a:lvl4pPr>
      <a:lvl5pPr marL="1148235" indent="-127582" algn="l" defTabSz="51032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5" kern="1200">
          <a:solidFill>
            <a:schemeClr val="tx1"/>
          </a:solidFill>
          <a:latin typeface="+mn-lt"/>
          <a:ea typeface="+mn-ea"/>
          <a:cs typeface="+mn-cs"/>
        </a:defRPr>
      </a:lvl5pPr>
      <a:lvl6pPr marL="1403398" indent="-127582" algn="l" defTabSz="51032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5" kern="1200">
          <a:solidFill>
            <a:schemeClr val="tx1"/>
          </a:solidFill>
          <a:latin typeface="+mn-lt"/>
          <a:ea typeface="+mn-ea"/>
          <a:cs typeface="+mn-cs"/>
        </a:defRPr>
      </a:lvl6pPr>
      <a:lvl7pPr marL="1658562" indent="-127582" algn="l" defTabSz="51032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5" kern="1200">
          <a:solidFill>
            <a:schemeClr val="tx1"/>
          </a:solidFill>
          <a:latin typeface="+mn-lt"/>
          <a:ea typeface="+mn-ea"/>
          <a:cs typeface="+mn-cs"/>
        </a:defRPr>
      </a:lvl7pPr>
      <a:lvl8pPr marL="1913725" indent="-127582" algn="l" defTabSz="51032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5" kern="1200">
          <a:solidFill>
            <a:schemeClr val="tx1"/>
          </a:solidFill>
          <a:latin typeface="+mn-lt"/>
          <a:ea typeface="+mn-ea"/>
          <a:cs typeface="+mn-cs"/>
        </a:defRPr>
      </a:lvl8pPr>
      <a:lvl9pPr marL="2168888" indent="-127582" algn="l" defTabSz="51032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0327" rtl="0" eaLnBrk="1" latinLnBrk="0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1pPr>
      <a:lvl2pPr marL="255163" algn="l" defTabSz="510327" rtl="0" eaLnBrk="1" latinLnBrk="0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2pPr>
      <a:lvl3pPr marL="510327" algn="l" defTabSz="510327" rtl="0" eaLnBrk="1" latinLnBrk="0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3pPr>
      <a:lvl4pPr marL="765490" algn="l" defTabSz="510327" rtl="0" eaLnBrk="1" latinLnBrk="0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4pPr>
      <a:lvl5pPr marL="1020653" algn="l" defTabSz="510327" rtl="0" eaLnBrk="1" latinLnBrk="0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5pPr>
      <a:lvl6pPr marL="1275817" algn="l" defTabSz="510327" rtl="0" eaLnBrk="1" latinLnBrk="0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6pPr>
      <a:lvl7pPr marL="1530980" algn="l" defTabSz="510327" rtl="0" eaLnBrk="1" latinLnBrk="0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7pPr>
      <a:lvl8pPr marL="1786143" algn="l" defTabSz="510327" rtl="0" eaLnBrk="1" latinLnBrk="0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8pPr>
      <a:lvl9pPr marL="2041307" algn="l" defTabSz="510327" rtl="0" eaLnBrk="1" latinLnBrk="0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992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劉　鋭聡</dc:creator>
  <cp:lastModifiedBy>劉　鋭聡</cp:lastModifiedBy>
  <cp:revision>5</cp:revision>
  <dcterms:created xsi:type="dcterms:W3CDTF">2026-02-25T17:45:38Z</dcterms:created>
  <dcterms:modified xsi:type="dcterms:W3CDTF">2026-02-25T17:48:06Z</dcterms:modified>
</cp:coreProperties>
</file>